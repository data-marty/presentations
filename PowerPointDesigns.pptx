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56" d="100"/>
          <a:sy n="56" d="100"/>
        </p:scale>
        <p:origin x="940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6090-F08E-3579-DB05-E9C527C9F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D2629-26C2-2222-1814-969879BB5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0413E-F592-5A01-9BD7-E45CF3FE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14A74-1037-A0B4-2EA5-A29683B7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69EF2-992D-B12E-531C-7FC6AA9E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166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B28F-651D-E07F-38A3-413D90E6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0702-D486-DF11-405B-36AA565EC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F20E1-9A35-8B8C-F83D-449715F8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9237B-34AF-E234-1CA0-3C01A188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F939-0DDD-9931-C4E2-EE774086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83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9C5C-66F4-AA39-FF2D-1A257B3C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FC41-176A-1A14-EA94-5F4D9B340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1E0F-93B8-C74A-BC7A-6B7CD75B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ED6F-47E0-014D-E251-B2D7ABB3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DC0E-3E52-E920-CD75-F7A92DE0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25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C014-AAE3-A28F-51F2-C22AADC3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8AAD-E816-CAD1-DE29-74A1C01E6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63669-D987-D8E8-352C-E5CFC5FFB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5159F-68C5-4FCB-EC25-62951A6A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1995E-9046-A6F9-9D52-2B1500C8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1EA66-A8CA-FF7D-1A64-29065263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3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B07E-90C6-2C53-3103-A24FD12C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E1C85-11C1-0DA2-753C-55E8C1443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F9C-CFBD-72BA-1ABB-33CD9F4F9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3A3BE-F6D5-36AC-E810-5A096CDD8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EFE34-F0BE-3512-43E0-A17851E97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E0026-AC29-A598-A1EA-5E6B74C7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94896-F395-6DFC-F66D-B8AAEC83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F24A6-308D-D0E8-22A8-AB894B58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72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D5F5-47F6-EDD9-1046-F45DDEED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236AF-A480-CF71-0D3B-03EB4E1F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374B4-17AA-4127-2F97-24342398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EDB18-E0B9-1F9D-CCDF-3A7B3EE9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77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A22BC-AFBA-EACF-F502-F4ED92B6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D4B01-202A-5109-1541-56E050D7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49780-70F3-CFCE-46E5-92A80077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50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1D24-199A-B1FF-8E6A-5642BB55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F2C5-C619-8481-EDEE-047C332E7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6AD1C-6E6A-BF99-8943-41D1A6919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5229F-7F4D-937F-3CC0-4ABBF8B9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405CB-A9E0-5836-ED53-70BF4FE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D1AA8-3519-4314-1A90-7EDF4B6C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80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D659-37E2-7104-76FC-D078ECB6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4A4BA-EA17-F6A3-CCDA-501073DC0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427A0-58CD-5A77-4F72-6AEB23038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9E2BA-C9AB-2662-BA24-A9A0DA87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ED5FE-5583-F113-8406-02BBEB336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3BAD3-7398-547B-E031-91CC92E2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2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DDE0-12E3-4DA6-F715-74FBC759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51FAE-B85B-A4F0-B438-774FF2F1E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67E4-CA29-548B-7641-0956CD33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D4AB-A5A9-2526-B321-D588EAC3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B50F-99CF-6D44-798A-96F68215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72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5B5C90-4082-A8BD-3957-7BB63D2B1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81A70-8084-07A9-1BE1-B741C447C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E2810-DAA3-6C96-9B69-3E564345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2B8B-EEEC-4DF7-D2B3-4D7B73BF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95A29-2F68-B07A-D1DE-5EF44A5B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61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563E0-6496-5E3F-DC83-59C438FC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AB70E-54F8-6A6C-14C9-053A08D6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E422A-4B6C-D0C2-659A-45AC9F7EE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C757B-E43E-4393-BE60-0C49FB59C95C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DF8E-A690-3112-8D73-DDFB0E92F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7FE26-197F-F947-CAAA-D7B74A14C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AA81B-4FF2-40B2-87E1-688C82496D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7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AF4E-F2A3-A7C6-68CD-171E38018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C97E4-2DDE-FDED-29A6-26BD9CB2F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11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7C826B-CDF0-0503-DA31-B3492554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4422" y="-1171787"/>
            <a:ext cx="12998982" cy="843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4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7F66026-A023-738C-BE0A-BD23F8147F49}"/>
              </a:ext>
            </a:extLst>
          </p:cNvPr>
          <p:cNvSpPr/>
          <p:nvPr/>
        </p:nvSpPr>
        <p:spPr>
          <a:xfrm rot="10800000">
            <a:off x="-847669" y="-1387713"/>
            <a:ext cx="14207378" cy="9199085"/>
          </a:xfrm>
          <a:custGeom>
            <a:avLst/>
            <a:gdLst>
              <a:gd name="connsiteX0" fmla="*/ 10134391 w 14207378"/>
              <a:gd name="connsiteY0" fmla="*/ 9199085 h 9199085"/>
              <a:gd name="connsiteX1" fmla="*/ 8013119 w 14207378"/>
              <a:gd name="connsiteY1" fmla="*/ 5831469 h 9199085"/>
              <a:gd name="connsiteX2" fmla="*/ 7976727 w 14207378"/>
              <a:gd name="connsiteY2" fmla="*/ 5842749 h 9199085"/>
              <a:gd name="connsiteX3" fmla="*/ 7619795 w 14207378"/>
              <a:gd name="connsiteY3" fmla="*/ 5916636 h 9199085"/>
              <a:gd name="connsiteX4" fmla="*/ 7480298 w 14207378"/>
              <a:gd name="connsiteY4" fmla="*/ 5931475 h 9199085"/>
              <a:gd name="connsiteX5" fmla="*/ 7888628 w 14207378"/>
              <a:gd name="connsiteY5" fmla="*/ 7869772 h 9199085"/>
              <a:gd name="connsiteX6" fmla="*/ 6466229 w 14207378"/>
              <a:gd name="connsiteY6" fmla="*/ 7869772 h 9199085"/>
              <a:gd name="connsiteX7" fmla="*/ 6874856 w 14207378"/>
              <a:gd name="connsiteY7" fmla="*/ 5930066 h 9199085"/>
              <a:gd name="connsiteX8" fmla="*/ 6748606 w 14207378"/>
              <a:gd name="connsiteY8" fmla="*/ 5916636 h 9199085"/>
              <a:gd name="connsiteX9" fmla="*/ 6453864 w 14207378"/>
              <a:gd name="connsiteY9" fmla="*/ 5859070 h 9199085"/>
              <a:gd name="connsiteX10" fmla="*/ 6420761 w 14207378"/>
              <a:gd name="connsiteY10" fmla="*/ 5848906 h 9199085"/>
              <a:gd name="connsiteX11" fmla="*/ 4870949 w 14207378"/>
              <a:gd name="connsiteY11" fmla="*/ 8745566 h 9199085"/>
              <a:gd name="connsiteX12" fmla="*/ 3616777 w 14207378"/>
              <a:gd name="connsiteY12" fmla="*/ 8074541 h 9199085"/>
              <a:gd name="connsiteX13" fmla="*/ 5966971 w 14207378"/>
              <a:gd name="connsiteY13" fmla="*/ 5683327 h 9199085"/>
              <a:gd name="connsiteX14" fmla="*/ 5923419 w 14207378"/>
              <a:gd name="connsiteY14" fmla="*/ 5664531 h 9199085"/>
              <a:gd name="connsiteX15" fmla="*/ 5694145 w 14207378"/>
              <a:gd name="connsiteY15" fmla="*/ 5532038 h 9199085"/>
              <a:gd name="connsiteX16" fmla="*/ 5653280 w 14207378"/>
              <a:gd name="connsiteY16" fmla="*/ 5502330 h 9199085"/>
              <a:gd name="connsiteX17" fmla="*/ 1297046 w 14207378"/>
              <a:gd name="connsiteY17" fmla="*/ 8534370 h 9199085"/>
              <a:gd name="connsiteX18" fmla="*/ 604646 w 14207378"/>
              <a:gd name="connsiteY18" fmla="*/ 7291871 h 9199085"/>
              <a:gd name="connsiteX19" fmla="*/ 5353918 w 14207378"/>
              <a:gd name="connsiteY19" fmla="*/ 5234721 h 9199085"/>
              <a:gd name="connsiteX20" fmla="*/ 5278095 w 14207378"/>
              <a:gd name="connsiteY20" fmla="*/ 5149173 h 9199085"/>
              <a:gd name="connsiteX21" fmla="*/ 900675 w 14207378"/>
              <a:gd name="connsiteY21" fmla="*/ 6753111 h 9199085"/>
              <a:gd name="connsiteX22" fmla="*/ 518826 w 14207378"/>
              <a:gd name="connsiteY22" fmla="*/ 5710979 h 9199085"/>
              <a:gd name="connsiteX23" fmla="*/ 5101026 w 14207378"/>
              <a:gd name="connsiteY23" fmla="*/ 4841206 h 9199085"/>
              <a:gd name="connsiteX24" fmla="*/ 5091693 w 14207378"/>
              <a:gd name="connsiteY24" fmla="*/ 4819518 h 9199085"/>
              <a:gd name="connsiteX25" fmla="*/ 5056570 w 14207378"/>
              <a:gd name="connsiteY25" fmla="*/ 4707442 h 9199085"/>
              <a:gd name="connsiteX26" fmla="*/ 5044842 w 14207378"/>
              <a:gd name="connsiteY26" fmla="*/ 4646155 h 9199085"/>
              <a:gd name="connsiteX27" fmla="*/ 0 w 14207378"/>
              <a:gd name="connsiteY27" fmla="*/ 5145569 h 9199085"/>
              <a:gd name="connsiteX28" fmla="*/ 0 w 14207378"/>
              <a:gd name="connsiteY28" fmla="*/ 3723169 h 9199085"/>
              <a:gd name="connsiteX29" fmla="*/ 5046119 w 14207378"/>
              <a:gd name="connsiteY29" fmla="*/ 4222710 h 9199085"/>
              <a:gd name="connsiteX30" fmla="*/ 5103898 w 14207378"/>
              <a:gd name="connsiteY30" fmla="*/ 4030593 h 9199085"/>
              <a:gd name="connsiteX31" fmla="*/ 5118593 w 14207378"/>
              <a:gd name="connsiteY31" fmla="*/ 4001881 h 9199085"/>
              <a:gd name="connsiteX32" fmla="*/ 546036 w 14207378"/>
              <a:gd name="connsiteY32" fmla="*/ 3056394 h 9199085"/>
              <a:gd name="connsiteX33" fmla="*/ 737020 w 14207378"/>
              <a:gd name="connsiteY33" fmla="*/ 2132759 h 9199085"/>
              <a:gd name="connsiteX34" fmla="*/ 5266870 w 14207378"/>
              <a:gd name="connsiteY34" fmla="*/ 3751891 h 9199085"/>
              <a:gd name="connsiteX35" fmla="*/ 5332347 w 14207378"/>
              <a:gd name="connsiteY35" fmla="*/ 3663499 h 9199085"/>
              <a:gd name="connsiteX36" fmla="*/ 5385332 w 14207378"/>
              <a:gd name="connsiteY36" fmla="*/ 3609004 h 9199085"/>
              <a:gd name="connsiteX37" fmla="*/ 577821 w 14207378"/>
              <a:gd name="connsiteY37" fmla="*/ 1420128 h 9199085"/>
              <a:gd name="connsiteX38" fmla="*/ 1291890 w 14207378"/>
              <a:gd name="connsiteY38" fmla="*/ 189954 h 9199085"/>
              <a:gd name="connsiteX39" fmla="*/ 5686158 w 14207378"/>
              <a:gd name="connsiteY39" fmla="*/ 3357695 h 9199085"/>
              <a:gd name="connsiteX40" fmla="*/ 5769733 w 14207378"/>
              <a:gd name="connsiteY40" fmla="*/ 3301659 h 9199085"/>
              <a:gd name="connsiteX41" fmla="*/ 5870764 w 14207378"/>
              <a:gd name="connsiteY41" fmla="*/ 3245639 h 9199085"/>
              <a:gd name="connsiteX42" fmla="*/ 3565853 w 14207378"/>
              <a:gd name="connsiteY42" fmla="*/ 1111611 h 9199085"/>
              <a:gd name="connsiteX43" fmla="*/ 4532207 w 14207378"/>
              <a:gd name="connsiteY43" fmla="*/ 67876 h 9199085"/>
              <a:gd name="connsiteX44" fmla="*/ 6319927 w 14207378"/>
              <a:gd name="connsiteY44" fmla="*/ 3061033 h 9199085"/>
              <a:gd name="connsiteX45" fmla="*/ 6391675 w 14207378"/>
              <a:gd name="connsiteY45" fmla="*/ 3038796 h 9199085"/>
              <a:gd name="connsiteX46" fmla="*/ 6748606 w 14207378"/>
              <a:gd name="connsiteY46" fmla="*/ 2964908 h 9199085"/>
              <a:gd name="connsiteX47" fmla="*/ 6918337 w 14207378"/>
              <a:gd name="connsiteY47" fmla="*/ 2946853 h 9199085"/>
              <a:gd name="connsiteX48" fmla="*/ 6473003 w 14207378"/>
              <a:gd name="connsiteY48" fmla="*/ 416752 h 9199085"/>
              <a:gd name="connsiteX49" fmla="*/ 7895402 w 14207378"/>
              <a:gd name="connsiteY49" fmla="*/ 416752 h 9199085"/>
              <a:gd name="connsiteX50" fmla="*/ 7450075 w 14207378"/>
              <a:gd name="connsiteY50" fmla="*/ 2946822 h 9199085"/>
              <a:gd name="connsiteX51" fmla="*/ 7534706 w 14207378"/>
              <a:gd name="connsiteY51" fmla="*/ 2954009 h 9199085"/>
              <a:gd name="connsiteX52" fmla="*/ 7867208 w 14207378"/>
              <a:gd name="connsiteY52" fmla="*/ 3011066 h 9199085"/>
              <a:gd name="connsiteX53" fmla="*/ 8056678 w 14207378"/>
              <a:gd name="connsiteY53" fmla="*/ 3062855 h 9199085"/>
              <a:gd name="connsiteX54" fmla="*/ 10023981 w 14207378"/>
              <a:gd name="connsiteY54" fmla="*/ 0 h 9199085"/>
              <a:gd name="connsiteX55" fmla="*/ 11220771 w 14207378"/>
              <a:gd name="connsiteY55" fmla="*/ 768710 h 9199085"/>
              <a:gd name="connsiteX56" fmla="*/ 8490329 w 14207378"/>
              <a:gd name="connsiteY56" fmla="*/ 3241801 h 9199085"/>
              <a:gd name="connsiteX57" fmla="*/ 8632063 w 14207378"/>
              <a:gd name="connsiteY57" fmla="*/ 3322242 h 9199085"/>
              <a:gd name="connsiteX58" fmla="*/ 8788454 w 14207378"/>
              <a:gd name="connsiteY58" fmla="*/ 3431204 h 9199085"/>
              <a:gd name="connsiteX59" fmla="*/ 8820163 w 14207378"/>
              <a:gd name="connsiteY59" fmla="*/ 3459290 h 9199085"/>
              <a:gd name="connsiteX60" fmla="*/ 13260720 w 14207378"/>
              <a:gd name="connsiteY60" fmla="*/ 839496 h 9199085"/>
              <a:gd name="connsiteX61" fmla="*/ 13858021 w 14207378"/>
              <a:gd name="connsiteY61" fmla="*/ 2130408 h 9199085"/>
              <a:gd name="connsiteX62" fmla="*/ 9121669 w 14207378"/>
              <a:gd name="connsiteY62" fmla="*/ 3772403 h 9199085"/>
              <a:gd name="connsiteX63" fmla="*/ 9181689 w 14207378"/>
              <a:gd name="connsiteY63" fmla="*/ 3866478 h 9199085"/>
              <a:gd name="connsiteX64" fmla="*/ 13402865 w 14207378"/>
              <a:gd name="connsiteY64" fmla="*/ 2574888 h 9199085"/>
              <a:gd name="connsiteX65" fmla="*/ 13677937 w 14207378"/>
              <a:gd name="connsiteY65" fmla="*/ 3473880 h 9199085"/>
              <a:gd name="connsiteX66" fmla="*/ 9302830 w 14207378"/>
              <a:gd name="connsiteY66" fmla="*/ 4142433 h 9199085"/>
              <a:gd name="connsiteX67" fmla="*/ 9329423 w 14207378"/>
              <a:gd name="connsiteY67" fmla="*/ 4263877 h 9199085"/>
              <a:gd name="connsiteX68" fmla="*/ 14207378 w 14207378"/>
              <a:gd name="connsiteY68" fmla="*/ 3776178 h 9199085"/>
              <a:gd name="connsiteX69" fmla="*/ 14207378 w 14207378"/>
              <a:gd name="connsiteY69" fmla="*/ 5198576 h 9199085"/>
              <a:gd name="connsiteX70" fmla="*/ 9307540 w 14207378"/>
              <a:gd name="connsiteY70" fmla="*/ 4708690 h 9199085"/>
              <a:gd name="connsiteX71" fmla="*/ 9292296 w 14207378"/>
              <a:gd name="connsiteY71" fmla="*/ 4766418 h 9199085"/>
              <a:gd name="connsiteX72" fmla="*/ 13942167 w 14207378"/>
              <a:gd name="connsiteY72" fmla="*/ 5380803 h 9199085"/>
              <a:gd name="connsiteX73" fmla="*/ 13799027 w 14207378"/>
              <a:gd name="connsiteY73" fmla="*/ 6464132 h 9199085"/>
              <a:gd name="connsiteX74" fmla="*/ 9148230 w 14207378"/>
              <a:gd name="connsiteY74" fmla="*/ 5064435 h 9199085"/>
              <a:gd name="connsiteX75" fmla="*/ 9103132 w 14207378"/>
              <a:gd name="connsiteY75" fmla="*/ 5134700 h 9199085"/>
              <a:gd name="connsiteX76" fmla="*/ 9047984 w 14207378"/>
              <a:gd name="connsiteY76" fmla="*/ 5199176 h 9199085"/>
              <a:gd name="connsiteX77" fmla="*/ 13790581 w 14207378"/>
              <a:gd name="connsiteY77" fmla="*/ 6980773 h 9199085"/>
              <a:gd name="connsiteX78" fmla="*/ 13160388 w 14207378"/>
              <a:gd name="connsiteY78" fmla="*/ 8255951 h 9199085"/>
              <a:gd name="connsiteX79" fmla="*/ 8732575 w 14207378"/>
              <a:gd name="connsiteY79" fmla="*/ 5488280 h 9199085"/>
              <a:gd name="connsiteX80" fmla="*/ 8649423 w 14207378"/>
              <a:gd name="connsiteY80" fmla="*/ 5548259 h 9199085"/>
              <a:gd name="connsiteX81" fmla="*/ 8456492 w 14207378"/>
              <a:gd name="connsiteY81" fmla="*/ 5658719 h 9199085"/>
              <a:gd name="connsiteX82" fmla="*/ 8424080 w 14207378"/>
              <a:gd name="connsiteY82" fmla="*/ 5673783 h 9199085"/>
              <a:gd name="connsiteX83" fmla="*/ 11101447 w 14207378"/>
              <a:gd name="connsiteY83" fmla="*/ 8155999 h 91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14207378" h="9199085">
                <a:moveTo>
                  <a:pt x="10134391" y="9199085"/>
                </a:moveTo>
                <a:lnTo>
                  <a:pt x="8013119" y="5831469"/>
                </a:lnTo>
                <a:lnTo>
                  <a:pt x="7976727" y="5842749"/>
                </a:lnTo>
                <a:cubicBezTo>
                  <a:pt x="7862209" y="5874222"/>
                  <a:pt x="7742909" y="5899077"/>
                  <a:pt x="7619795" y="5916636"/>
                </a:cubicBezTo>
                <a:lnTo>
                  <a:pt x="7480298" y="5931475"/>
                </a:lnTo>
                <a:lnTo>
                  <a:pt x="7888628" y="7869772"/>
                </a:lnTo>
                <a:lnTo>
                  <a:pt x="6466229" y="7869772"/>
                </a:lnTo>
                <a:lnTo>
                  <a:pt x="6874856" y="5930066"/>
                </a:lnTo>
                <a:lnTo>
                  <a:pt x="6748606" y="5916636"/>
                </a:lnTo>
                <a:cubicBezTo>
                  <a:pt x="6647615" y="5902232"/>
                  <a:pt x="6549189" y="5882919"/>
                  <a:pt x="6453864" y="5859070"/>
                </a:cubicBezTo>
                <a:lnTo>
                  <a:pt x="6420761" y="5848906"/>
                </a:lnTo>
                <a:lnTo>
                  <a:pt x="4870949" y="8745566"/>
                </a:lnTo>
                <a:lnTo>
                  <a:pt x="3616777" y="8074541"/>
                </a:lnTo>
                <a:lnTo>
                  <a:pt x="5966971" y="5683327"/>
                </a:lnTo>
                <a:lnTo>
                  <a:pt x="5923419" y="5664531"/>
                </a:lnTo>
                <a:cubicBezTo>
                  <a:pt x="5842643" y="5624031"/>
                  <a:pt x="5766040" y="5579742"/>
                  <a:pt x="5694145" y="5532038"/>
                </a:cubicBezTo>
                <a:lnTo>
                  <a:pt x="5653280" y="5502330"/>
                </a:lnTo>
                <a:lnTo>
                  <a:pt x="1297046" y="8534370"/>
                </a:lnTo>
                <a:lnTo>
                  <a:pt x="604646" y="7291871"/>
                </a:lnTo>
                <a:lnTo>
                  <a:pt x="5353918" y="5234721"/>
                </a:lnTo>
                <a:lnTo>
                  <a:pt x="5278095" y="5149173"/>
                </a:lnTo>
                <a:lnTo>
                  <a:pt x="900675" y="6753111"/>
                </a:lnTo>
                <a:lnTo>
                  <a:pt x="518826" y="5710979"/>
                </a:lnTo>
                <a:lnTo>
                  <a:pt x="5101026" y="4841206"/>
                </a:lnTo>
                <a:lnTo>
                  <a:pt x="5091693" y="4819518"/>
                </a:lnTo>
                <a:cubicBezTo>
                  <a:pt x="5078010" y="4782688"/>
                  <a:pt x="5066275" y="4745310"/>
                  <a:pt x="5056570" y="4707442"/>
                </a:cubicBezTo>
                <a:lnTo>
                  <a:pt x="5044842" y="4646155"/>
                </a:lnTo>
                <a:lnTo>
                  <a:pt x="0" y="5145569"/>
                </a:lnTo>
                <a:lnTo>
                  <a:pt x="0" y="3723169"/>
                </a:lnTo>
                <a:lnTo>
                  <a:pt x="5046119" y="4222710"/>
                </a:lnTo>
                <a:lnTo>
                  <a:pt x="5103898" y="4030593"/>
                </a:lnTo>
                <a:lnTo>
                  <a:pt x="5118593" y="4001881"/>
                </a:lnTo>
                <a:lnTo>
                  <a:pt x="546036" y="3056394"/>
                </a:lnTo>
                <a:lnTo>
                  <a:pt x="737020" y="2132759"/>
                </a:lnTo>
                <a:lnTo>
                  <a:pt x="5266870" y="3751891"/>
                </a:lnTo>
                <a:lnTo>
                  <a:pt x="5332347" y="3663499"/>
                </a:lnTo>
                <a:lnTo>
                  <a:pt x="5385332" y="3609004"/>
                </a:lnTo>
                <a:lnTo>
                  <a:pt x="577821" y="1420128"/>
                </a:lnTo>
                <a:lnTo>
                  <a:pt x="1291890" y="189954"/>
                </a:lnTo>
                <a:lnTo>
                  <a:pt x="5686158" y="3357695"/>
                </a:lnTo>
                <a:lnTo>
                  <a:pt x="5769733" y="3301659"/>
                </a:lnTo>
                <a:lnTo>
                  <a:pt x="5870764" y="3245639"/>
                </a:lnTo>
                <a:lnTo>
                  <a:pt x="3565853" y="1111611"/>
                </a:lnTo>
                <a:lnTo>
                  <a:pt x="4532207" y="67876"/>
                </a:lnTo>
                <a:lnTo>
                  <a:pt x="6319927" y="3061033"/>
                </a:lnTo>
                <a:lnTo>
                  <a:pt x="6391675" y="3038796"/>
                </a:lnTo>
                <a:cubicBezTo>
                  <a:pt x="6506192" y="3007322"/>
                  <a:pt x="6625493" y="2982467"/>
                  <a:pt x="6748606" y="2964908"/>
                </a:cubicBezTo>
                <a:lnTo>
                  <a:pt x="6918337" y="2946853"/>
                </a:lnTo>
                <a:lnTo>
                  <a:pt x="6473003" y="416752"/>
                </a:lnTo>
                <a:lnTo>
                  <a:pt x="7895402" y="416752"/>
                </a:lnTo>
                <a:lnTo>
                  <a:pt x="7450075" y="2946822"/>
                </a:lnTo>
                <a:lnTo>
                  <a:pt x="7534706" y="2954009"/>
                </a:lnTo>
                <a:cubicBezTo>
                  <a:pt x="7648786" y="2966976"/>
                  <a:pt x="7759868" y="2986167"/>
                  <a:pt x="7867208" y="3011066"/>
                </a:cubicBezTo>
                <a:lnTo>
                  <a:pt x="8056678" y="3062855"/>
                </a:lnTo>
                <a:lnTo>
                  <a:pt x="10023981" y="0"/>
                </a:lnTo>
                <a:lnTo>
                  <a:pt x="11220771" y="768710"/>
                </a:lnTo>
                <a:lnTo>
                  <a:pt x="8490329" y="3241801"/>
                </a:lnTo>
                <a:lnTo>
                  <a:pt x="8632063" y="3322242"/>
                </a:lnTo>
                <a:cubicBezTo>
                  <a:pt x="8686807" y="3356689"/>
                  <a:pt x="8739010" y="3393061"/>
                  <a:pt x="8788454" y="3431204"/>
                </a:cubicBezTo>
                <a:lnTo>
                  <a:pt x="8820163" y="3459290"/>
                </a:lnTo>
                <a:lnTo>
                  <a:pt x="13260720" y="839496"/>
                </a:lnTo>
                <a:lnTo>
                  <a:pt x="13858021" y="2130408"/>
                </a:lnTo>
                <a:lnTo>
                  <a:pt x="9121669" y="3772403"/>
                </a:lnTo>
                <a:lnTo>
                  <a:pt x="9181689" y="3866478"/>
                </a:lnTo>
                <a:lnTo>
                  <a:pt x="13402865" y="2574888"/>
                </a:lnTo>
                <a:lnTo>
                  <a:pt x="13677937" y="3473880"/>
                </a:lnTo>
                <a:lnTo>
                  <a:pt x="9302830" y="4142433"/>
                </a:lnTo>
                <a:lnTo>
                  <a:pt x="9329423" y="4263877"/>
                </a:lnTo>
                <a:lnTo>
                  <a:pt x="14207378" y="3776178"/>
                </a:lnTo>
                <a:lnTo>
                  <a:pt x="14207378" y="5198576"/>
                </a:lnTo>
                <a:lnTo>
                  <a:pt x="9307540" y="4708690"/>
                </a:lnTo>
                <a:lnTo>
                  <a:pt x="9292296" y="4766418"/>
                </a:lnTo>
                <a:lnTo>
                  <a:pt x="13942167" y="5380803"/>
                </a:lnTo>
                <a:lnTo>
                  <a:pt x="13799027" y="6464132"/>
                </a:lnTo>
                <a:lnTo>
                  <a:pt x="9148230" y="5064435"/>
                </a:lnTo>
                <a:lnTo>
                  <a:pt x="9103132" y="5134700"/>
                </a:lnTo>
                <a:lnTo>
                  <a:pt x="9047984" y="5199176"/>
                </a:lnTo>
                <a:lnTo>
                  <a:pt x="13790581" y="6980773"/>
                </a:lnTo>
                <a:lnTo>
                  <a:pt x="13160388" y="8255951"/>
                </a:lnTo>
                <a:lnTo>
                  <a:pt x="8732575" y="5488280"/>
                </a:lnTo>
                <a:lnTo>
                  <a:pt x="8649423" y="5548259"/>
                </a:lnTo>
                <a:cubicBezTo>
                  <a:pt x="8588271" y="5587581"/>
                  <a:pt x="8523856" y="5624475"/>
                  <a:pt x="8456492" y="5658719"/>
                </a:cubicBezTo>
                <a:lnTo>
                  <a:pt x="8424080" y="5673783"/>
                </a:lnTo>
                <a:lnTo>
                  <a:pt x="11101447" y="8155999"/>
                </a:lnTo>
                <a:close/>
              </a:path>
            </a:pathLst>
          </a:cu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76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 Catherall</dc:creator>
  <cp:lastModifiedBy>Marty Catherall</cp:lastModifiedBy>
  <cp:revision>1</cp:revision>
  <dcterms:created xsi:type="dcterms:W3CDTF">2025-10-26T03:28:44Z</dcterms:created>
  <dcterms:modified xsi:type="dcterms:W3CDTF">2025-10-26T04:53:13Z</dcterms:modified>
</cp:coreProperties>
</file>